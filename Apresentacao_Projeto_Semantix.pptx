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AFBA"/>
    <a:srgbClr val="768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5" dt="2026-09-07T19:46:15.513"/>
    <p1510:client id="{424C3B4A-8444-9D1A-0BC2-DFB8622BE8D0}" v="428" dt="2026-09-07T18:39:24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Castelo" userId="accc2ae40884c76b" providerId="Windows Live" clId="Web-{424C3B4A-8444-9D1A-0BC2-DFB8622BE8D0}"/>
    <pc:docChg chg="modSld">
      <pc:chgData name="Lucas Castelo" userId="accc2ae40884c76b" providerId="Windows Live" clId="Web-{424C3B4A-8444-9D1A-0BC2-DFB8622BE8D0}" dt="2026-09-07T18:39:24.319" v="273" actId="20577"/>
      <pc:docMkLst>
        <pc:docMk/>
      </pc:docMkLst>
      <pc:sldChg chg="modSp">
        <pc:chgData name="Lucas Castelo" userId="accc2ae40884c76b" providerId="Windows Live" clId="Web-{424C3B4A-8444-9D1A-0BC2-DFB8622BE8D0}" dt="2026-09-07T18:04:28.796" v="90" actId="20577"/>
        <pc:sldMkLst>
          <pc:docMk/>
          <pc:sldMk cId="0" sldId="256"/>
        </pc:sldMkLst>
        <pc:spChg chg="mod">
          <ac:chgData name="Lucas Castelo" userId="accc2ae40884c76b" providerId="Windows Live" clId="Web-{424C3B4A-8444-9D1A-0BC2-DFB8622BE8D0}" dt="2026-09-07T18:03:32.919" v="83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04:28.796" v="90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03:46.263" v="85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">
        <pc:chgData name="Lucas Castelo" userId="accc2ae40884c76b" providerId="Windows Live" clId="Web-{424C3B4A-8444-9D1A-0BC2-DFB8622BE8D0}" dt="2026-09-07T17:41:47.306" v="22" actId="20577"/>
        <pc:sldMkLst>
          <pc:docMk/>
          <pc:sldMk cId="0" sldId="257"/>
        </pc:sldMkLst>
        <pc:spChg chg="mod">
          <ac:chgData name="Lucas Castelo" userId="accc2ae40884c76b" providerId="Windows Live" clId="Web-{424C3B4A-8444-9D1A-0BC2-DFB8622BE8D0}" dt="2026-09-07T17:41:47.306" v="22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7:41:38.774" v="21" actId="20577"/>
          <ac:spMkLst>
            <pc:docMk/>
            <pc:sldMk cId="0" sldId="257"/>
            <ac:spMk id="5" creationId="{00000000-0000-0000-0000-000000000000}"/>
          </ac:spMkLst>
        </pc:spChg>
      </pc:sldChg>
      <pc:sldChg chg="modSp">
        <pc:chgData name="Lucas Castelo" userId="accc2ae40884c76b" providerId="Windows Live" clId="Web-{424C3B4A-8444-9D1A-0BC2-DFB8622BE8D0}" dt="2026-09-07T17:42:20.776" v="24" actId="20577"/>
        <pc:sldMkLst>
          <pc:docMk/>
          <pc:sldMk cId="0" sldId="258"/>
        </pc:sldMkLst>
        <pc:spChg chg="mod">
          <ac:chgData name="Lucas Castelo" userId="accc2ae40884c76b" providerId="Windows Live" clId="Web-{424C3B4A-8444-9D1A-0BC2-DFB8622BE8D0}" dt="2026-09-07T17:42:14.369" v="23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7:42:20.776" v="24" actId="20577"/>
          <ac:spMkLst>
            <pc:docMk/>
            <pc:sldMk cId="0" sldId="258"/>
            <ac:spMk id="5" creationId="{00000000-0000-0000-0000-000000000000}"/>
          </ac:spMkLst>
        </pc:spChg>
      </pc:sldChg>
      <pc:sldChg chg="modSp">
        <pc:chgData name="Lucas Castelo" userId="accc2ae40884c76b" providerId="Windows Live" clId="Web-{424C3B4A-8444-9D1A-0BC2-DFB8622BE8D0}" dt="2026-09-07T17:43:10.199" v="26" actId="20577"/>
        <pc:sldMkLst>
          <pc:docMk/>
          <pc:sldMk cId="0" sldId="259"/>
        </pc:sldMkLst>
        <pc:spChg chg="mod">
          <ac:chgData name="Lucas Castelo" userId="accc2ae40884c76b" providerId="Windows Live" clId="Web-{424C3B4A-8444-9D1A-0BC2-DFB8622BE8D0}" dt="2026-09-07T17:43:01.449" v="25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7:43:10.199" v="26" actId="20577"/>
          <ac:spMkLst>
            <pc:docMk/>
            <pc:sldMk cId="0" sldId="259"/>
            <ac:spMk id="5" creationId="{00000000-0000-0000-0000-000000000000}"/>
          </ac:spMkLst>
        </pc:spChg>
      </pc:sldChg>
      <pc:sldChg chg="addSp delSp modSp">
        <pc:chgData name="Lucas Castelo" userId="accc2ae40884c76b" providerId="Windows Live" clId="Web-{424C3B4A-8444-9D1A-0BC2-DFB8622BE8D0}" dt="2026-09-07T18:15:54.979" v="256" actId="1076"/>
        <pc:sldMkLst>
          <pc:docMk/>
          <pc:sldMk cId="0" sldId="260"/>
        </pc:sldMkLst>
        <pc:spChg chg="mod">
          <ac:chgData name="Lucas Castelo" userId="accc2ae40884c76b" providerId="Windows Live" clId="Web-{424C3B4A-8444-9D1A-0BC2-DFB8622BE8D0}" dt="2026-09-07T17:43:37.450" v="27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15:39.994" v="241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15:40.010" v="242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15:40.025" v="243" actId="1076"/>
          <ac:spMkLst>
            <pc:docMk/>
            <pc:sldMk cId="0" sldId="260"/>
            <ac:spMk id="7" creationId="{00000000-0000-0000-0000-000000000000}"/>
          </ac:spMkLst>
        </pc:spChg>
        <pc:spChg chg="del mod">
          <ac:chgData name="Lucas Castelo" userId="accc2ae40884c76b" providerId="Windows Live" clId="Web-{424C3B4A-8444-9D1A-0BC2-DFB8622BE8D0}" dt="2026-09-07T18:13:17.223" v="209"/>
          <ac:spMkLst>
            <pc:docMk/>
            <pc:sldMk cId="0" sldId="260"/>
            <ac:spMk id="8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15:40.025" v="244" actId="1076"/>
          <ac:spMkLst>
            <pc:docMk/>
            <pc:sldMk cId="0" sldId="260"/>
            <ac:spMk id="9" creationId="{00000000-0000-0000-0000-000000000000}"/>
          </ac:spMkLst>
        </pc:spChg>
        <pc:spChg chg="del mod">
          <ac:chgData name="Lucas Castelo" userId="accc2ae40884c76b" providerId="Windows Live" clId="Web-{424C3B4A-8444-9D1A-0BC2-DFB8622BE8D0}" dt="2026-09-07T18:15:15.649" v="23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15:40.041" v="245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15:40.057" v="246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15:40.057" v="247" actId="1076"/>
          <ac:spMkLst>
            <pc:docMk/>
            <pc:sldMk cId="0" sldId="260"/>
            <ac:spMk id="13" creationId="{00000000-0000-0000-0000-000000000000}"/>
          </ac:spMkLst>
        </pc:spChg>
        <pc:spChg chg="del mod">
          <ac:chgData name="Lucas Castelo" userId="accc2ae40884c76b" providerId="Windows Live" clId="Web-{424C3B4A-8444-9D1A-0BC2-DFB8622BE8D0}" dt="2026-09-07T18:11:59.954" v="191"/>
          <ac:spMkLst>
            <pc:docMk/>
            <pc:sldMk cId="0" sldId="260"/>
            <ac:spMk id="14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15:40.072" v="248" actId="1076"/>
          <ac:spMkLst>
            <pc:docMk/>
            <pc:sldMk cId="0" sldId="260"/>
            <ac:spMk id="15" creationId="{00000000-0000-0000-0000-000000000000}"/>
          </ac:spMkLst>
        </pc:spChg>
        <pc:spChg chg="del mod">
          <ac:chgData name="Lucas Castelo" userId="accc2ae40884c76b" providerId="Windows Live" clId="Web-{424C3B4A-8444-9D1A-0BC2-DFB8622BE8D0}" dt="2026-09-07T18:13:58.428" v="21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15:40.088" v="249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04:46.859" v="91" actId="1076"/>
          <ac:spMkLst>
            <pc:docMk/>
            <pc:sldMk cId="0" sldId="260"/>
            <ac:spMk id="18" creationId="{00000000-0000-0000-0000-000000000000}"/>
          </ac:spMkLst>
        </pc:spChg>
        <pc:spChg chg="add del mod">
          <ac:chgData name="Lucas Castelo" userId="accc2ae40884c76b" providerId="Windows Live" clId="Web-{424C3B4A-8444-9D1A-0BC2-DFB8622BE8D0}" dt="2026-09-07T18:15:11.290" v="234"/>
          <ac:spMkLst>
            <pc:docMk/>
            <pc:sldMk cId="0" sldId="260"/>
            <ac:spMk id="19" creationId="{F75E0711-B9ED-12CA-0D21-B8520185B08F}"/>
          </ac:spMkLst>
        </pc:spChg>
        <pc:spChg chg="add mod">
          <ac:chgData name="Lucas Castelo" userId="accc2ae40884c76b" providerId="Windows Live" clId="Web-{424C3B4A-8444-9D1A-0BC2-DFB8622BE8D0}" dt="2026-09-07T18:15:54.979" v="256" actId="1076"/>
          <ac:spMkLst>
            <pc:docMk/>
            <pc:sldMk cId="0" sldId="260"/>
            <ac:spMk id="20" creationId="{5D727976-7A01-BCAD-CA84-2FF6FE48F7E0}"/>
          </ac:spMkLst>
        </pc:spChg>
        <pc:spChg chg="add mod">
          <ac:chgData name="Lucas Castelo" userId="accc2ae40884c76b" providerId="Windows Live" clId="Web-{424C3B4A-8444-9D1A-0BC2-DFB8622BE8D0}" dt="2026-09-07T18:15:40.104" v="251" actId="1076"/>
          <ac:spMkLst>
            <pc:docMk/>
            <pc:sldMk cId="0" sldId="260"/>
            <ac:spMk id="21" creationId="{51E54E88-5A72-8C77-6D77-8C9CFB3D465A}"/>
          </ac:spMkLst>
        </pc:spChg>
        <pc:spChg chg="add mod">
          <ac:chgData name="Lucas Castelo" userId="accc2ae40884c76b" providerId="Windows Live" clId="Web-{424C3B4A-8444-9D1A-0BC2-DFB8622BE8D0}" dt="2026-09-07T18:15:40.119" v="252" actId="1076"/>
          <ac:spMkLst>
            <pc:docMk/>
            <pc:sldMk cId="0" sldId="260"/>
            <ac:spMk id="22" creationId="{7B2229CD-C7B0-395E-7A7B-2BD012769FF1}"/>
          </ac:spMkLst>
        </pc:spChg>
        <pc:spChg chg="add mod">
          <ac:chgData name="Lucas Castelo" userId="accc2ae40884c76b" providerId="Windows Live" clId="Web-{424C3B4A-8444-9D1A-0BC2-DFB8622BE8D0}" dt="2026-09-07T18:15:40.119" v="253" actId="1076"/>
          <ac:spMkLst>
            <pc:docMk/>
            <pc:sldMk cId="0" sldId="260"/>
            <ac:spMk id="23" creationId="{41C0FCBD-AFB5-AE2C-4514-65C349C9CD36}"/>
          </ac:spMkLst>
        </pc:spChg>
        <pc:spChg chg="add mod">
          <ac:chgData name="Lucas Castelo" userId="accc2ae40884c76b" providerId="Windows Live" clId="Web-{424C3B4A-8444-9D1A-0BC2-DFB8622BE8D0}" dt="2026-09-07T18:15:42.635" v="255" actId="1076"/>
          <ac:spMkLst>
            <pc:docMk/>
            <pc:sldMk cId="0" sldId="260"/>
            <ac:spMk id="24" creationId="{108D84B0-83D1-D95E-8D44-F96E3AA76340}"/>
          </ac:spMkLst>
        </pc:spChg>
      </pc:sldChg>
      <pc:sldChg chg="modSp">
        <pc:chgData name="Lucas Castelo" userId="accc2ae40884c76b" providerId="Windows Live" clId="Web-{424C3B4A-8444-9D1A-0BC2-DFB8622BE8D0}" dt="2026-09-07T17:45:40.971" v="37" actId="20577"/>
        <pc:sldMkLst>
          <pc:docMk/>
          <pc:sldMk cId="0" sldId="261"/>
        </pc:sldMkLst>
        <pc:spChg chg="mod">
          <ac:chgData name="Lucas Castelo" userId="accc2ae40884c76b" providerId="Windows Live" clId="Web-{424C3B4A-8444-9D1A-0BC2-DFB8622BE8D0}" dt="2026-09-07T17:45:34.408" v="36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7:45:40.971" v="37" actId="20577"/>
          <ac:spMkLst>
            <pc:docMk/>
            <pc:sldMk cId="0" sldId="261"/>
            <ac:spMk id="6" creationId="{00000000-0000-0000-0000-000000000000}"/>
          </ac:spMkLst>
        </pc:spChg>
      </pc:sldChg>
      <pc:sldChg chg="modSp">
        <pc:chgData name="Lucas Castelo" userId="accc2ae40884c76b" providerId="Windows Live" clId="Web-{424C3B4A-8444-9D1A-0BC2-DFB8622BE8D0}" dt="2026-09-07T17:46:35.489" v="42" actId="20577"/>
        <pc:sldMkLst>
          <pc:docMk/>
          <pc:sldMk cId="0" sldId="262"/>
        </pc:sldMkLst>
        <pc:spChg chg="mod">
          <ac:chgData name="Lucas Castelo" userId="accc2ae40884c76b" providerId="Windows Live" clId="Web-{424C3B4A-8444-9D1A-0BC2-DFB8622BE8D0}" dt="2026-09-07T17:46:35.489" v="42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7:46:30.598" v="41" actId="20577"/>
          <ac:spMkLst>
            <pc:docMk/>
            <pc:sldMk cId="0" sldId="262"/>
            <ac:spMk id="6" creationId="{00000000-0000-0000-0000-000000000000}"/>
          </ac:spMkLst>
        </pc:spChg>
        <pc:picChg chg="mod">
          <ac:chgData name="Lucas Castelo" userId="accc2ae40884c76b" providerId="Windows Live" clId="Web-{424C3B4A-8444-9D1A-0BC2-DFB8622BE8D0}" dt="2026-09-07T17:46:13.894" v="38" actId="1076"/>
          <ac:picMkLst>
            <pc:docMk/>
            <pc:sldMk cId="0" sldId="262"/>
            <ac:picMk id="5" creationId="{00000000-0000-0000-0000-000000000000}"/>
          </ac:picMkLst>
        </pc:picChg>
      </pc:sldChg>
      <pc:sldChg chg="modSp">
        <pc:chgData name="Lucas Castelo" userId="accc2ae40884c76b" providerId="Windows Live" clId="Web-{424C3B4A-8444-9D1A-0BC2-DFB8622BE8D0}" dt="2026-09-07T17:47:02.224" v="44" actId="20577"/>
        <pc:sldMkLst>
          <pc:docMk/>
          <pc:sldMk cId="0" sldId="263"/>
        </pc:sldMkLst>
        <pc:spChg chg="mod">
          <ac:chgData name="Lucas Castelo" userId="accc2ae40884c76b" providerId="Windows Live" clId="Web-{424C3B4A-8444-9D1A-0BC2-DFB8622BE8D0}" dt="2026-09-07T17:46:55.817" v="43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7:47:02.224" v="44" actId="20577"/>
          <ac:spMkLst>
            <pc:docMk/>
            <pc:sldMk cId="0" sldId="263"/>
            <ac:spMk id="6" creationId="{00000000-0000-0000-0000-000000000000}"/>
          </ac:spMkLst>
        </pc:spChg>
      </pc:sldChg>
      <pc:sldChg chg="modSp">
        <pc:chgData name="Lucas Castelo" userId="accc2ae40884c76b" providerId="Windows Live" clId="Web-{424C3B4A-8444-9D1A-0BC2-DFB8622BE8D0}" dt="2026-09-07T17:47:25.381" v="46" actId="20577"/>
        <pc:sldMkLst>
          <pc:docMk/>
          <pc:sldMk cId="0" sldId="264"/>
        </pc:sldMkLst>
        <pc:spChg chg="mod">
          <ac:chgData name="Lucas Castelo" userId="accc2ae40884c76b" providerId="Windows Live" clId="Web-{424C3B4A-8444-9D1A-0BC2-DFB8622BE8D0}" dt="2026-09-07T17:47:18.428" v="45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7:47:25.381" v="46" actId="20577"/>
          <ac:spMkLst>
            <pc:docMk/>
            <pc:sldMk cId="0" sldId="264"/>
            <ac:spMk id="6" creationId="{00000000-0000-0000-0000-000000000000}"/>
          </ac:spMkLst>
        </pc:spChg>
      </pc:sldChg>
      <pc:sldChg chg="modSp">
        <pc:chgData name="Lucas Castelo" userId="accc2ae40884c76b" providerId="Windows Live" clId="Web-{424C3B4A-8444-9D1A-0BC2-DFB8622BE8D0}" dt="2026-09-07T18:35:52.117" v="257" actId="14100"/>
        <pc:sldMkLst>
          <pc:docMk/>
          <pc:sldMk cId="0" sldId="265"/>
        </pc:sldMkLst>
        <pc:spChg chg="mod">
          <ac:chgData name="Lucas Castelo" userId="accc2ae40884c76b" providerId="Windows Live" clId="Web-{424C3B4A-8444-9D1A-0BC2-DFB8622BE8D0}" dt="2026-09-07T17:47:48.085" v="47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7:47:56.257" v="48" actId="20577"/>
          <ac:spMkLst>
            <pc:docMk/>
            <pc:sldMk cId="0" sldId="265"/>
            <ac:spMk id="6" creationId="{00000000-0000-0000-0000-000000000000}"/>
          </ac:spMkLst>
        </pc:spChg>
        <pc:picChg chg="mod">
          <ac:chgData name="Lucas Castelo" userId="accc2ae40884c76b" providerId="Windows Live" clId="Web-{424C3B4A-8444-9D1A-0BC2-DFB8622BE8D0}" dt="2026-09-07T18:35:52.117" v="257" actId="14100"/>
          <ac:picMkLst>
            <pc:docMk/>
            <pc:sldMk cId="0" sldId="265"/>
            <ac:picMk id="5" creationId="{00000000-0000-0000-0000-000000000000}"/>
          </ac:picMkLst>
        </pc:picChg>
      </pc:sldChg>
      <pc:sldChg chg="modSp">
        <pc:chgData name="Lucas Castelo" userId="accc2ae40884c76b" providerId="Windows Live" clId="Web-{424C3B4A-8444-9D1A-0BC2-DFB8622BE8D0}" dt="2026-09-07T17:59:39.769" v="50" actId="20577"/>
        <pc:sldMkLst>
          <pc:docMk/>
          <pc:sldMk cId="0" sldId="266"/>
        </pc:sldMkLst>
        <pc:spChg chg="mod">
          <ac:chgData name="Lucas Castelo" userId="accc2ae40884c76b" providerId="Windows Live" clId="Web-{424C3B4A-8444-9D1A-0BC2-DFB8622BE8D0}" dt="2026-09-07T17:48:19.024" v="49" actId="20577"/>
          <ac:spMkLst>
            <pc:docMk/>
            <pc:sldMk cId="0" sldId="266"/>
            <ac:spMk id="4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7:59:39.769" v="50" actId="20577"/>
          <ac:spMkLst>
            <pc:docMk/>
            <pc:sldMk cId="0" sldId="266"/>
            <ac:spMk id="6" creationId="{00000000-0000-0000-0000-000000000000}"/>
          </ac:spMkLst>
        </pc:spChg>
      </pc:sldChg>
      <pc:sldChg chg="delSp modSp">
        <pc:chgData name="Lucas Castelo" userId="accc2ae40884c76b" providerId="Windows Live" clId="Web-{424C3B4A-8444-9D1A-0BC2-DFB8622BE8D0}" dt="2026-09-07T18:38:03.018" v="258"/>
        <pc:sldMkLst>
          <pc:docMk/>
          <pc:sldMk cId="0" sldId="267"/>
        </pc:sldMkLst>
        <pc:spChg chg="mod">
          <ac:chgData name="Lucas Castelo" userId="accc2ae40884c76b" providerId="Windows Live" clId="Web-{424C3B4A-8444-9D1A-0BC2-DFB8622BE8D0}" dt="2026-09-07T18:00:07.052" v="51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00:14.333" v="52" actId="20577"/>
          <ac:spMkLst>
            <pc:docMk/>
            <pc:sldMk cId="0" sldId="267"/>
            <ac:spMk id="5" creationId="{00000000-0000-0000-0000-000000000000}"/>
          </ac:spMkLst>
        </pc:spChg>
        <pc:spChg chg="del mod">
          <ac:chgData name="Lucas Castelo" userId="accc2ae40884c76b" providerId="Windows Live" clId="Web-{424C3B4A-8444-9D1A-0BC2-DFB8622BE8D0}" dt="2026-09-07T18:38:03.018" v="258"/>
          <ac:spMkLst>
            <pc:docMk/>
            <pc:sldMk cId="0" sldId="267"/>
            <ac:spMk id="6" creationId="{00000000-0000-0000-0000-000000000000}"/>
          </ac:spMkLst>
        </pc:spChg>
      </pc:sldChg>
      <pc:sldChg chg="modSp">
        <pc:chgData name="Lucas Castelo" userId="accc2ae40884c76b" providerId="Windows Live" clId="Web-{424C3B4A-8444-9D1A-0BC2-DFB8622BE8D0}" dt="2026-09-07T18:01:44.290" v="76" actId="1076"/>
        <pc:sldMkLst>
          <pc:docMk/>
          <pc:sldMk cId="0" sldId="268"/>
        </pc:sldMkLst>
        <pc:spChg chg="mod">
          <ac:chgData name="Lucas Castelo" userId="accc2ae40884c76b" providerId="Windows Live" clId="Web-{424C3B4A-8444-9D1A-0BC2-DFB8622BE8D0}" dt="2026-09-07T18:01:19.445" v="58" actId="20577"/>
          <ac:spMkLst>
            <pc:docMk/>
            <pc:sldMk cId="0" sldId="268"/>
            <ac:spMk id="4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01:29.023" v="61" actId="20577"/>
          <ac:spMkLst>
            <pc:docMk/>
            <pc:sldMk cId="0" sldId="268"/>
            <ac:spMk id="5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01:44.212" v="64" actId="1076"/>
          <ac:spMkLst>
            <pc:docMk/>
            <pc:sldMk cId="0" sldId="268"/>
            <ac:spMk id="6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01:44.212" v="65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01:44.227" v="66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01:44.227" v="67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01:44.243" v="68" actId="107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01:44.243" v="69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01:44.243" v="70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01:44.258" v="71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01:44.258" v="72" actId="107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01:44.274" v="73" actId="107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01:44.274" v="74" actId="107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01:44.290" v="75" actId="107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01:44.290" v="76" actId="1076"/>
          <ac:spMkLst>
            <pc:docMk/>
            <pc:sldMk cId="0" sldId="268"/>
            <ac:spMk id="18" creationId="{00000000-0000-0000-0000-000000000000}"/>
          </ac:spMkLst>
        </pc:spChg>
      </pc:sldChg>
      <pc:sldChg chg="modSp">
        <pc:chgData name="Lucas Castelo" userId="accc2ae40884c76b" providerId="Windows Live" clId="Web-{424C3B4A-8444-9D1A-0BC2-DFB8622BE8D0}" dt="2026-09-07T18:39:24.319" v="273" actId="20577"/>
        <pc:sldMkLst>
          <pc:docMk/>
          <pc:sldMk cId="0" sldId="269"/>
        </pc:sldMkLst>
        <pc:spChg chg="mod">
          <ac:chgData name="Lucas Castelo" userId="accc2ae40884c76b" providerId="Windows Live" clId="Web-{424C3B4A-8444-9D1A-0BC2-DFB8622BE8D0}" dt="2026-09-07T18:02:11.431" v="80" actId="20577"/>
          <ac:spMkLst>
            <pc:docMk/>
            <pc:sldMk cId="0" sldId="269"/>
            <ac:spMk id="4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39:24.319" v="273" actId="20577"/>
          <ac:spMkLst>
            <pc:docMk/>
            <pc:sldMk cId="0" sldId="269"/>
            <ac:spMk id="5" creationId="{00000000-0000-0000-0000-000000000000}"/>
          </ac:spMkLst>
        </pc:spChg>
      </pc:sldChg>
      <pc:sldChg chg="modSp">
        <pc:chgData name="Lucas Castelo" userId="accc2ae40884c76b" providerId="Windows Live" clId="Web-{424C3B4A-8444-9D1A-0BC2-DFB8622BE8D0}" dt="2026-09-07T18:03:03.480" v="82" actId="20577"/>
        <pc:sldMkLst>
          <pc:docMk/>
          <pc:sldMk cId="0" sldId="270"/>
        </pc:sldMkLst>
        <pc:spChg chg="mod">
          <ac:chgData name="Lucas Castelo" userId="accc2ae40884c76b" providerId="Windows Live" clId="Web-{424C3B4A-8444-9D1A-0BC2-DFB8622BE8D0}" dt="2026-09-07T18:02:57.558" v="81" actId="20577"/>
          <ac:spMkLst>
            <pc:docMk/>
            <pc:sldMk cId="0" sldId="270"/>
            <ac:spMk id="3" creationId="{00000000-0000-0000-0000-000000000000}"/>
          </ac:spMkLst>
        </pc:spChg>
        <pc:spChg chg="mod">
          <ac:chgData name="Lucas Castelo" userId="accc2ae40884c76b" providerId="Windows Live" clId="Web-{424C3B4A-8444-9D1A-0BC2-DFB8622BE8D0}" dt="2026-09-07T18:03:03.480" v="82" actId="20577"/>
          <ac:spMkLst>
            <pc:docMk/>
            <pc:sldMk cId="0" sldId="270"/>
            <ac:spMk id="4" creationId="{00000000-0000-0000-0000-000000000000}"/>
          </ac:spMkLst>
        </pc:spChg>
      </pc:sldChg>
    </pc:docChg>
  </pc:docChgLst>
  <pc:docChgLst>
    <pc:chgData name="Lucas Castelo" userId="accc2ae40884c76b" providerId="Windows Live" clId="Web-{00000000-0000-0000-0000-000000000000}"/>
    <pc:docChg chg="modSld">
      <pc:chgData name="Lucas Castelo" userId="accc2ae40884c76b" providerId="Windows Live" clId="Web-{00000000-0000-0000-0000-000000000000}" dt="2026-09-07T19:46:15.513" v="64" actId="1076"/>
      <pc:docMkLst>
        <pc:docMk/>
      </pc:docMkLst>
      <pc:sldChg chg="modTransition">
        <pc:chgData name="Lucas Castelo" userId="accc2ae40884c76b" providerId="Windows Live" clId="Web-{00000000-0000-0000-0000-000000000000}" dt="2026-09-07T19:38:00.275" v="25"/>
        <pc:sldMkLst>
          <pc:docMk/>
          <pc:sldMk cId="0" sldId="257"/>
        </pc:sldMkLst>
      </pc:sldChg>
      <pc:sldChg chg="modTransition">
        <pc:chgData name="Lucas Castelo" userId="accc2ae40884c76b" providerId="Windows Live" clId="Web-{00000000-0000-0000-0000-000000000000}" dt="2026-09-07T19:41:33.674" v="28"/>
        <pc:sldMkLst>
          <pc:docMk/>
          <pc:sldMk cId="0" sldId="258"/>
        </pc:sldMkLst>
      </pc:sldChg>
      <pc:sldChg chg="modTransition">
        <pc:chgData name="Lucas Castelo" userId="accc2ae40884c76b" providerId="Windows Live" clId="Web-{00000000-0000-0000-0000-000000000000}" dt="2026-09-07T19:41:35.127" v="29"/>
        <pc:sldMkLst>
          <pc:docMk/>
          <pc:sldMk cId="0" sldId="259"/>
        </pc:sldMkLst>
      </pc:sldChg>
      <pc:sldChg chg="modTransition">
        <pc:chgData name="Lucas Castelo" userId="accc2ae40884c76b" providerId="Windows Live" clId="Web-{00000000-0000-0000-0000-000000000000}" dt="2026-09-07T19:41:41.330" v="31"/>
        <pc:sldMkLst>
          <pc:docMk/>
          <pc:sldMk cId="0" sldId="260"/>
        </pc:sldMkLst>
      </pc:sldChg>
      <pc:sldChg chg="modSp modTransition">
        <pc:chgData name="Lucas Castelo" userId="accc2ae40884c76b" providerId="Windows Live" clId="Web-{00000000-0000-0000-0000-000000000000}" dt="2026-09-07T19:45:40.293" v="59" actId="1076"/>
        <pc:sldMkLst>
          <pc:docMk/>
          <pc:sldMk cId="0" sldId="261"/>
        </pc:sldMkLst>
        <pc:spChg chg="mod">
          <ac:chgData name="Lucas Castelo" userId="accc2ae40884c76b" providerId="Windows Live" clId="Web-{00000000-0000-0000-0000-000000000000}" dt="2026-09-07T19:45:40.293" v="59" actId="1076"/>
          <ac:spMkLst>
            <pc:docMk/>
            <pc:sldMk cId="0" sldId="261"/>
            <ac:spMk id="6" creationId="{00000000-0000-0000-0000-000000000000}"/>
          </ac:spMkLst>
        </pc:spChg>
        <pc:picChg chg="mod">
          <ac:chgData name="Lucas Castelo" userId="accc2ae40884c76b" providerId="Windows Live" clId="Web-{00000000-0000-0000-0000-000000000000}" dt="2026-09-07T19:45:40.293" v="58" actId="1076"/>
          <ac:picMkLst>
            <pc:docMk/>
            <pc:sldMk cId="0" sldId="261"/>
            <ac:picMk id="5" creationId="{00000000-0000-0000-0000-000000000000}"/>
          </ac:picMkLst>
        </pc:picChg>
      </pc:sldChg>
      <pc:sldChg chg="modSp modTransition">
        <pc:chgData name="Lucas Castelo" userId="accc2ae40884c76b" providerId="Windows Live" clId="Web-{00000000-0000-0000-0000-000000000000}" dt="2026-09-07T19:46:15.513" v="64" actId="1076"/>
        <pc:sldMkLst>
          <pc:docMk/>
          <pc:sldMk cId="0" sldId="262"/>
        </pc:sldMkLst>
        <pc:spChg chg="mod">
          <ac:chgData name="Lucas Castelo" userId="accc2ae40884c76b" providerId="Windows Live" clId="Web-{00000000-0000-0000-0000-000000000000}" dt="2026-09-07T19:46:15.513" v="64" actId="1076"/>
          <ac:spMkLst>
            <pc:docMk/>
            <pc:sldMk cId="0" sldId="262"/>
            <ac:spMk id="6" creationId="{00000000-0000-0000-0000-000000000000}"/>
          </ac:spMkLst>
        </pc:spChg>
      </pc:sldChg>
      <pc:sldChg chg="modSp modTransition">
        <pc:chgData name="Lucas Castelo" userId="accc2ae40884c76b" providerId="Windows Live" clId="Web-{00000000-0000-0000-0000-000000000000}" dt="2026-09-07T19:44:41.479" v="54" actId="1076"/>
        <pc:sldMkLst>
          <pc:docMk/>
          <pc:sldMk cId="0" sldId="263"/>
        </pc:sldMkLst>
        <pc:spChg chg="mod">
          <ac:chgData name="Lucas Castelo" userId="accc2ae40884c76b" providerId="Windows Live" clId="Web-{00000000-0000-0000-0000-000000000000}" dt="2026-09-07T19:44:41.479" v="54" actId="1076"/>
          <ac:spMkLst>
            <pc:docMk/>
            <pc:sldMk cId="0" sldId="263"/>
            <ac:spMk id="6" creationId="{00000000-0000-0000-0000-000000000000}"/>
          </ac:spMkLst>
        </pc:spChg>
      </pc:sldChg>
      <pc:sldChg chg="modSp modTransition">
        <pc:chgData name="Lucas Castelo" userId="accc2ae40884c76b" providerId="Windows Live" clId="Web-{00000000-0000-0000-0000-000000000000}" dt="2026-09-07T19:45:45.840" v="61" actId="1076"/>
        <pc:sldMkLst>
          <pc:docMk/>
          <pc:sldMk cId="0" sldId="264"/>
        </pc:sldMkLst>
        <pc:spChg chg="mod">
          <ac:chgData name="Lucas Castelo" userId="accc2ae40884c76b" providerId="Windows Live" clId="Web-{00000000-0000-0000-0000-000000000000}" dt="2026-09-07T19:45:45.840" v="61" actId="1076"/>
          <ac:spMkLst>
            <pc:docMk/>
            <pc:sldMk cId="0" sldId="264"/>
            <ac:spMk id="6" creationId="{00000000-0000-0000-0000-000000000000}"/>
          </ac:spMkLst>
        </pc:spChg>
        <pc:picChg chg="mod">
          <ac:chgData name="Lucas Castelo" userId="accc2ae40884c76b" providerId="Windows Live" clId="Web-{00000000-0000-0000-0000-000000000000}" dt="2026-09-07T19:45:45.840" v="60" actId="1076"/>
          <ac:picMkLst>
            <pc:docMk/>
            <pc:sldMk cId="0" sldId="264"/>
            <ac:picMk id="5" creationId="{00000000-0000-0000-0000-000000000000}"/>
          </ac:picMkLst>
        </pc:picChg>
      </pc:sldChg>
      <pc:sldChg chg="modSp modTransition">
        <pc:chgData name="Lucas Castelo" userId="accc2ae40884c76b" providerId="Windows Live" clId="Web-{00000000-0000-0000-0000-000000000000}" dt="2026-09-07T19:43:08.632" v="46"/>
        <pc:sldMkLst>
          <pc:docMk/>
          <pc:sldMk cId="0" sldId="265"/>
        </pc:sldMkLst>
        <pc:spChg chg="mod">
          <ac:chgData name="Lucas Castelo" userId="accc2ae40884c76b" providerId="Windows Live" clId="Web-{00000000-0000-0000-0000-000000000000}" dt="2026-09-07T19:27:48.673" v="1" actId="1076"/>
          <ac:spMkLst>
            <pc:docMk/>
            <pc:sldMk cId="0" sldId="265"/>
            <ac:spMk id="6" creationId="{00000000-0000-0000-0000-000000000000}"/>
          </ac:spMkLst>
        </pc:spChg>
        <pc:picChg chg="mod">
          <ac:chgData name="Lucas Castelo" userId="accc2ae40884c76b" providerId="Windows Live" clId="Web-{00000000-0000-0000-0000-000000000000}" dt="2026-09-07T19:28:14.128" v="8" actId="14100"/>
          <ac:picMkLst>
            <pc:docMk/>
            <pc:sldMk cId="0" sldId="265"/>
            <ac:picMk id="5" creationId="{00000000-0000-0000-0000-000000000000}"/>
          </ac:picMkLst>
        </pc:picChg>
      </pc:sldChg>
      <pc:sldChg chg="modSp modTransition">
        <pc:chgData name="Lucas Castelo" userId="accc2ae40884c76b" providerId="Windows Live" clId="Web-{00000000-0000-0000-0000-000000000000}" dt="2026-09-07T19:45:52.106" v="63" actId="1076"/>
        <pc:sldMkLst>
          <pc:docMk/>
          <pc:sldMk cId="0" sldId="266"/>
        </pc:sldMkLst>
        <pc:spChg chg="mod">
          <ac:chgData name="Lucas Castelo" userId="accc2ae40884c76b" providerId="Windows Live" clId="Web-{00000000-0000-0000-0000-000000000000}" dt="2026-09-07T19:45:52.106" v="63" actId="1076"/>
          <ac:spMkLst>
            <pc:docMk/>
            <pc:sldMk cId="0" sldId="266"/>
            <ac:spMk id="6" creationId="{00000000-0000-0000-0000-000000000000}"/>
          </ac:spMkLst>
        </pc:spChg>
        <pc:picChg chg="mod">
          <ac:chgData name="Lucas Castelo" userId="accc2ae40884c76b" providerId="Windows Live" clId="Web-{00000000-0000-0000-0000-000000000000}" dt="2026-09-07T19:45:52.106" v="62" actId="1076"/>
          <ac:picMkLst>
            <pc:docMk/>
            <pc:sldMk cId="0" sldId="266"/>
            <ac:picMk id="5" creationId="{00000000-0000-0000-0000-000000000000}"/>
          </ac:picMkLst>
        </pc:picChg>
      </pc:sldChg>
      <pc:sldChg chg="modTransition">
        <pc:chgData name="Lucas Castelo" userId="accc2ae40884c76b" providerId="Windows Live" clId="Web-{00000000-0000-0000-0000-000000000000}" dt="2026-09-07T19:43:13.460" v="48"/>
        <pc:sldMkLst>
          <pc:docMk/>
          <pc:sldMk cId="0" sldId="267"/>
        </pc:sldMkLst>
      </pc:sldChg>
      <pc:sldChg chg="modTransition">
        <pc:chgData name="Lucas Castelo" userId="accc2ae40884c76b" providerId="Windows Live" clId="Web-{00000000-0000-0000-0000-000000000000}" dt="2026-09-07T19:43:15.679" v="49"/>
        <pc:sldMkLst>
          <pc:docMk/>
          <pc:sldMk cId="0" sldId="268"/>
        </pc:sldMkLst>
      </pc:sldChg>
      <pc:sldChg chg="modTransition">
        <pc:chgData name="Lucas Castelo" userId="accc2ae40884c76b" providerId="Windows Live" clId="Web-{00000000-0000-0000-0000-000000000000}" dt="2026-09-07T19:43:17.960" v="50"/>
        <pc:sldMkLst>
          <pc:docMk/>
          <pc:sldMk cId="0" sldId="269"/>
        </pc:sldMkLst>
      </pc:sldChg>
      <pc:sldChg chg="modTransition">
        <pc:chgData name="Lucas Castelo" userId="accc2ae40884c76b" providerId="Windows Live" clId="Web-{00000000-0000-0000-0000-000000000000}" dt="2026-09-07T19:43:20.117" v="51"/>
        <pc:sldMkLst>
          <pc:docMk/>
          <pc:sldMk cId="0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709160"/>
            <a:ext cx="12191695" cy="7620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0A7D9"/>
                </a:solidFill>
                <a:latin typeface="Segoe UI"/>
              </a:rPr>
              <a:t>PROJETO SEMANTIX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11387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pt-BR" sz="3400" b="1" i="0" dirty="0">
                <a:solidFill>
                  <a:srgbClr val="FFFFFF"/>
                </a:solidFill>
                <a:latin typeface="Segoe UI"/>
              </a:rPr>
              <a:t>Previsão de Admissões e Desligamentos
no Mercado de Trabalho Brasileiro</a:t>
            </a:r>
            <a:endParaRPr lang="pt-BR" sz="3400" b="1" i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4160520"/>
            <a:ext cx="1005840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000" dirty="0">
                <a:solidFill>
                  <a:srgbClr val="A4AFBA"/>
                </a:solidFill>
                <a:latin typeface="Segoe UI"/>
              </a:rPr>
              <a:t>Um modelo de Machine Learning treinado com dados oficiais do CAGED/RAIS</a:t>
            </a:r>
            <a:endParaRPr lang="pt-BR" sz="2000">
              <a:solidFill>
                <a:srgbClr val="A4AFBA"/>
              </a:solidFill>
              <a:latin typeface="Segoe UI"/>
              <a:cs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4892040"/>
            <a:ext cx="1005840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400" dirty="0">
                <a:solidFill>
                  <a:srgbClr val="FFFFFF"/>
                </a:solidFill>
                <a:latin typeface="Segoe UI"/>
              </a:rPr>
              <a:t>Lucas Prado Castelo </a:t>
            </a:r>
            <a:r>
              <a:rPr lang="pt-BR" sz="1400" b="0" i="0" dirty="0">
                <a:solidFill>
                  <a:srgbClr val="FFFFFF"/>
                </a:solidFill>
                <a:latin typeface="Segoe UI"/>
              </a:rPr>
              <a:t> |  </a:t>
            </a:r>
            <a:r>
              <a:rPr lang="pt-BR" sz="1400" b="0" i="0" dirty="0" err="1">
                <a:solidFill>
                  <a:srgbClr val="FFFFFF"/>
                </a:solidFill>
                <a:latin typeface="Segoe UI"/>
              </a:rPr>
              <a:t>Ebac</a:t>
            </a:r>
            <a:r>
              <a:rPr lang="pt-BR" sz="1400" b="0" i="0" dirty="0">
                <a:solidFill>
                  <a:srgbClr val="FFFFFF"/>
                </a:solidFill>
                <a:latin typeface="Segoe UI"/>
              </a:rPr>
              <a:t> – Cientista de Dados  |  Setembro de 2026</a:t>
            </a:r>
            <a:endParaRPr lang="pt-BR" sz="1400" b="0" i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0A7D9"/>
                </a:solidFill>
                <a:latin typeface="Segoe U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pt-BR" sz="3000" b="1" i="0" dirty="0">
                <a:solidFill>
                  <a:srgbClr val="222D3C"/>
                </a:solidFill>
                <a:latin typeface="Segoe UI"/>
              </a:rPr>
              <a:t>O problema</a:t>
            </a:r>
            <a:endParaRPr lang="pt-BR" sz="3000" b="1" i="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789920" cy="29591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lang="pt-BR" sz="2200" dirty="0">
                <a:solidFill>
                  <a:srgbClr val="222D3C"/>
                </a:solidFill>
                <a:latin typeface="Segoe UI"/>
              </a:rPr>
              <a:t>•  Toda contratação ou demissão no Brasil gera um registro oficial nas bases do governo (CAGED/RAIS).</a:t>
            </a:r>
            <a:endParaRPr lang="pt-BR" sz="22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lang="pt-BR" sz="2200" dirty="0">
                <a:solidFill>
                  <a:srgbClr val="222D3C"/>
                </a:solidFill>
                <a:latin typeface="Segoe UI"/>
              </a:rPr>
              <a:t>•  Será que é possível olhar para um desses registros e descobrir automaticamente se ele representa uma ADMISSÃO ou um DESLIGAMENTO?</a:t>
            </a:r>
            <a:endParaRPr lang="pt-BR" sz="22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lang="pt-BR" sz="2200" dirty="0">
                <a:solidFill>
                  <a:srgbClr val="222D3C"/>
                </a:solidFill>
                <a:latin typeface="Segoe UI"/>
              </a:rPr>
              <a:t>•  Entender esse padrão ajuda empresas, times de RH e formuladores de políticas públicas a monitorar e antecipar tendências do mercado de trabalho.</a:t>
            </a:r>
            <a:endParaRPr lang="pt-BR" sz="220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0A7D9"/>
                </a:solidFill>
                <a:latin typeface="Segoe UI"/>
              </a:rPr>
              <a:t>META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pt-BR" sz="3000" b="1" i="0" dirty="0">
                <a:solidFill>
                  <a:srgbClr val="222D3C"/>
                </a:solidFill>
                <a:latin typeface="Segoe UI"/>
              </a:rPr>
              <a:t>Objetivo do projeto</a:t>
            </a:r>
            <a:endParaRPr lang="pt-BR" sz="3000" b="1" i="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789920" cy="33484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lang="pt-BR" sz="2200" dirty="0">
                <a:solidFill>
                  <a:srgbClr val="222D3C"/>
                </a:solidFill>
                <a:latin typeface="Segoe UI"/>
              </a:rPr>
              <a:t>•  Construir um modelo de Machine Learning que classifique corretamente cada registro como admissão ou desligamento.</a:t>
            </a:r>
            <a:endParaRPr lang="pt-BR" sz="22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lang="pt-BR" sz="2200" dirty="0">
                <a:solidFill>
                  <a:srgbClr val="222D3C"/>
                </a:solidFill>
                <a:latin typeface="Segoe UI"/>
              </a:rPr>
              <a:t>•  Validar esse modelo com dados reais de 2018 e 2019 — anos que o modelo nunca viu durante o treinamento.</a:t>
            </a:r>
            <a:endParaRPr lang="pt-BR" sz="22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lang="pt-BR" sz="2200" dirty="0">
                <a:solidFill>
                  <a:srgbClr val="222D3C"/>
                </a:solidFill>
                <a:latin typeface="Segoe UI"/>
              </a:rPr>
              <a:t>•  Ir além do notebook: entregar um executável, um programa simples que qualquer pessoa pode usar para analisar novas planilhas de dados e obter previsões na hora, sem escrever uma linha de código.</a:t>
            </a:r>
            <a:endParaRPr lang="pt-BR" sz="220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0A7D9"/>
                </a:solidFill>
                <a:latin typeface="Segoe UI"/>
              </a:rPr>
              <a:t>FONTE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pt-BR" sz="3000" b="1" i="0" dirty="0">
                <a:solidFill>
                  <a:srgbClr val="222D3C"/>
                </a:solidFill>
                <a:latin typeface="Segoe UI"/>
              </a:rPr>
              <a:t>De onde vêm os dados</a:t>
            </a:r>
            <a:endParaRPr lang="pt-BR" sz="3000" b="1" i="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789920" cy="3164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0"/>
              </a:spcAft>
            </a:pPr>
            <a:r>
              <a:rPr lang="pt-BR" sz="2200" dirty="0">
                <a:solidFill>
                  <a:srgbClr val="222D3C"/>
                </a:solidFill>
                <a:latin typeface="Segoe UI"/>
              </a:rPr>
              <a:t>•  Fonte: CAGED/RAIS — bases públicas e oficiais do governo brasileiro sobre contratações e demissões.</a:t>
            </a:r>
            <a:endParaRPr lang="pt-BR" sz="22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2000"/>
              </a:spcAft>
            </a:pPr>
            <a:r>
              <a:rPr lang="pt-BR" sz="2200" dirty="0">
                <a:solidFill>
                  <a:srgbClr val="222D3C"/>
                </a:solidFill>
                <a:latin typeface="Segoe UI"/>
              </a:rPr>
              <a:t>•  Período analisado: 2007 a 2019.</a:t>
            </a:r>
            <a:endParaRPr lang="pt-BR" sz="22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2000"/>
              </a:spcAft>
            </a:pPr>
            <a:r>
              <a:rPr lang="pt-BR" sz="2200" dirty="0">
                <a:solidFill>
                  <a:srgbClr val="222D3C"/>
                </a:solidFill>
                <a:latin typeface="Segoe UI"/>
              </a:rPr>
              <a:t>•  Volume: 10.000 registros por ano, totalizando cerca de 130 mil registros.</a:t>
            </a:r>
            <a:endParaRPr lang="pt-BR" sz="22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2000"/>
              </a:spcAft>
            </a:pPr>
            <a:r>
              <a:rPr lang="pt-BR" sz="2200" dirty="0">
                <a:solidFill>
                  <a:srgbClr val="222D3C"/>
                </a:solidFill>
                <a:latin typeface="Segoe UI"/>
              </a:rPr>
              <a:t>•  Os dados de 2018 e 2019 foram propositalmente reservados para o teste final, simulando dados "do futuro".</a:t>
            </a:r>
            <a:endParaRPr lang="pt-BR" sz="220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0A7D9"/>
                </a:solidFill>
                <a:latin typeface="Segoe UI"/>
              </a:rPr>
              <a:t>PROCESSO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pt-BR" sz="3000" b="1" i="0" dirty="0">
                <a:solidFill>
                  <a:srgbClr val="222D3C"/>
                </a:solidFill>
                <a:latin typeface="Segoe UI"/>
              </a:rPr>
              <a:t>O caminho percorrido</a:t>
            </a:r>
            <a:endParaRPr lang="pt-BR" sz="3000" b="1" i="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14810" y="1605002"/>
            <a:ext cx="2281616" cy="155448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45720" rIns="76200" bIns="45720" rtlCol="0" anchor="ctr"/>
          <a:lstStyle/>
          <a:p>
            <a:pPr algn="ctr"/>
            <a:r>
              <a:rPr lang="pt-BR" b="1" dirty="0">
                <a:solidFill>
                  <a:srgbClr val="FFFFFF"/>
                </a:solidFill>
                <a:latin typeface="Segoe UI"/>
              </a:rPr>
              <a:t>1. Coleta dos dados (CAGED/RAIS)</a:t>
            </a:r>
            <a:endParaRPr lang="pt-BR" b="1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08951" y="1961785"/>
            <a:ext cx="416616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4800" b="1" i="0" dirty="0">
                <a:solidFill>
                  <a:srgbClr val="5A646E"/>
                </a:solidFill>
                <a:latin typeface="Segoe UI"/>
              </a:rPr>
              <a:t>›</a:t>
            </a:r>
            <a:endParaRPr lang="pt-BR" sz="4800" b="1" i="0">
              <a:solidFill>
                <a:srgbClr val="5A646E"/>
              </a:solidFill>
              <a:latin typeface="Segoe UI"/>
              <a:cs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31829" y="1605002"/>
            <a:ext cx="2292054" cy="155448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45720" rIns="76200" bIns="45720" rtlCol="0" anchor="ctr"/>
          <a:lstStyle/>
          <a:p>
            <a:pPr algn="ctr"/>
            <a:r>
              <a:rPr lang="pt-BR" b="1" dirty="0">
                <a:solidFill>
                  <a:srgbClr val="FFFFFF"/>
                </a:solidFill>
                <a:latin typeface="Segoe UI"/>
              </a:rPr>
              <a:t>2. Limpeza e tratamento</a:t>
            </a:r>
            <a:endParaRPr lang="pt-BR" b="1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27974" y="1605002"/>
            <a:ext cx="2292054" cy="155448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45720" rIns="76200" bIns="45720" rtlCol="0" anchor="ctr"/>
          <a:lstStyle/>
          <a:p>
            <a:pPr algn="ctr"/>
            <a:r>
              <a:rPr lang="pt-BR" b="1" dirty="0">
                <a:solidFill>
                  <a:srgbClr val="FFFFFF"/>
                </a:solidFill>
                <a:latin typeface="Segoe UI"/>
              </a:rPr>
              <a:t>3. Análise exploratória</a:t>
            </a:r>
            <a:endParaRPr lang="pt-BR" b="1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23954" y="3567413"/>
            <a:ext cx="2281616" cy="155448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45720" rIns="76200" bIns="45720" rtlCol="0" anchor="ctr"/>
          <a:lstStyle/>
          <a:p>
            <a:pPr algn="ctr"/>
            <a:r>
              <a:rPr lang="pt-BR" b="1" dirty="0">
                <a:solidFill>
                  <a:srgbClr val="FFFFFF"/>
                </a:solidFill>
                <a:latin typeface="Segoe UI"/>
              </a:rPr>
              <a:t>4. Treinamento e comparação de modelos</a:t>
            </a:r>
            <a:endParaRPr lang="pt-BR" b="1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07657" y="3934634"/>
            <a:ext cx="425968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4800" b="1" i="0" dirty="0">
                <a:solidFill>
                  <a:srgbClr val="5A646E"/>
                </a:solidFill>
                <a:latin typeface="Segoe UI"/>
              </a:rPr>
              <a:t>›</a:t>
            </a:r>
            <a:endParaRPr lang="pt-BR" sz="4800" b="1" i="0" dirty="0">
              <a:solidFill>
                <a:srgbClr val="5A646E"/>
              </a:solidFill>
              <a:latin typeface="Segoe UI"/>
              <a:cs typeface="Segoe U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730536" y="3567413"/>
            <a:ext cx="2281616" cy="155448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45720" rIns="76200" bIns="45720" rtlCol="0" anchor="ctr"/>
          <a:lstStyle/>
          <a:p>
            <a:pPr algn="ctr"/>
            <a:r>
              <a:rPr lang="pt-BR" b="1" dirty="0">
                <a:solidFill>
                  <a:srgbClr val="FFFFFF"/>
                </a:solidFill>
                <a:latin typeface="Segoe UI"/>
              </a:rPr>
              <a:t>5. Escolha do
melhor modelo</a:t>
            </a:r>
            <a:endParaRPr lang="pt-BR" b="1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26680" y="3577851"/>
            <a:ext cx="2292054" cy="155448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45720" rIns="76200" bIns="45720" rtlCol="0" anchor="ctr"/>
          <a:lstStyle/>
          <a:p>
            <a:pPr algn="ctr"/>
            <a:r>
              <a:rPr lang="pt-BR" b="1" dirty="0">
                <a:solidFill>
                  <a:srgbClr val="FFFFFF"/>
                </a:solidFill>
                <a:latin typeface="Segoe UI"/>
              </a:rPr>
              <a:t>6. Validação em
dados futuros</a:t>
            </a:r>
            <a:endParaRPr lang="pt-BR" b="1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33262" y="3567413"/>
            <a:ext cx="2283703" cy="1554480"/>
          </a:xfrm>
          <a:prstGeom prst="rect">
            <a:avLst/>
          </a:prstGeom>
          <a:solidFill>
            <a:srgbClr val="E8A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45720" rIns="76200" bIns="45720" rtlCol="0" anchor="ctr"/>
          <a:lstStyle/>
          <a:p>
            <a:pPr algn="ctr"/>
            <a:r>
              <a:rPr lang="pt-BR" b="1" dirty="0">
                <a:solidFill>
                  <a:srgbClr val="FFFFFF"/>
                </a:solidFill>
                <a:latin typeface="Segoe UI"/>
              </a:rPr>
              <a:t>7. Criação de um
executável</a:t>
            </a:r>
            <a:endParaRPr lang="pt-BR" b="1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9641" y="5587026"/>
            <a:ext cx="11092633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pt-BR" b="0" i="1" dirty="0">
                <a:solidFill>
                  <a:srgbClr val="5A646E"/>
                </a:solidFill>
                <a:latin typeface="Segoe UI"/>
              </a:rPr>
              <a:t>O passo 7 (executável) é o diferencial deste projeto: transforma o modelo em uma ferramenta pronta para uso.</a:t>
            </a:r>
            <a:endParaRPr lang="pt-BR" b="0" i="1" dirty="0">
              <a:solidFill>
                <a:srgbClr val="5A646E"/>
              </a:solidFill>
              <a:latin typeface="Segoe UI"/>
              <a:cs typeface="Segoe UI"/>
            </a:endParaRP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5D727976-7A01-BCAD-CA84-2FF6FE48F7E0}"/>
              </a:ext>
            </a:extLst>
          </p:cNvPr>
          <p:cNvSpPr txBox="1"/>
          <p:nvPr/>
        </p:nvSpPr>
        <p:spPr>
          <a:xfrm>
            <a:off x="6000752" y="3924195"/>
            <a:ext cx="425968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4800" b="1" i="0" dirty="0">
                <a:solidFill>
                  <a:srgbClr val="5A646E"/>
                </a:solidFill>
                <a:latin typeface="Segoe UI"/>
              </a:rPr>
              <a:t>›</a:t>
            </a:r>
            <a:endParaRPr lang="pt-BR" sz="4800" b="1" i="0" dirty="0">
              <a:solidFill>
                <a:srgbClr val="5A646E"/>
              </a:solidFill>
              <a:latin typeface="Segoe UI"/>
              <a:cs typeface="Segoe UI"/>
            </a:endParaRP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51E54E88-5A72-8C77-6D77-8C9CFB3D465A}"/>
              </a:ext>
            </a:extLst>
          </p:cNvPr>
          <p:cNvSpPr txBox="1"/>
          <p:nvPr/>
        </p:nvSpPr>
        <p:spPr>
          <a:xfrm>
            <a:off x="6033361" y="1961784"/>
            <a:ext cx="416616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4800" b="1" i="0" dirty="0">
                <a:solidFill>
                  <a:srgbClr val="5A646E"/>
                </a:solidFill>
                <a:latin typeface="Segoe UI"/>
              </a:rPr>
              <a:t>›</a:t>
            </a:r>
            <a:endParaRPr lang="pt-BR" sz="4800" b="1" i="0">
              <a:solidFill>
                <a:srgbClr val="5A646E"/>
              </a:solidFill>
              <a:latin typeface="Segoe UI"/>
              <a:cs typeface="Segoe UI"/>
            </a:endParaRP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7B2229CD-C7B0-395E-7A7B-2BD012769FF1}"/>
              </a:ext>
            </a:extLst>
          </p:cNvPr>
          <p:cNvSpPr txBox="1"/>
          <p:nvPr/>
        </p:nvSpPr>
        <p:spPr>
          <a:xfrm>
            <a:off x="8714724" y="3934632"/>
            <a:ext cx="425968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4800" b="1" i="0" dirty="0">
                <a:solidFill>
                  <a:srgbClr val="5A646E"/>
                </a:solidFill>
                <a:latin typeface="Segoe UI"/>
              </a:rPr>
              <a:t>›</a:t>
            </a:r>
            <a:endParaRPr lang="pt-BR" sz="4800" b="1" i="0" dirty="0">
              <a:solidFill>
                <a:srgbClr val="5A646E"/>
              </a:solidFill>
              <a:latin typeface="Segoe UI"/>
              <a:cs typeface="Segoe UI"/>
            </a:endParaRPr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41C0FCBD-AFB5-AE2C-4514-65C349C9CD36}"/>
              </a:ext>
            </a:extLst>
          </p:cNvPr>
          <p:cNvSpPr txBox="1"/>
          <p:nvPr/>
        </p:nvSpPr>
        <p:spPr>
          <a:xfrm>
            <a:off x="8716019" y="1961784"/>
            <a:ext cx="416616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4800" b="1" i="0" dirty="0">
                <a:solidFill>
                  <a:srgbClr val="5A646E"/>
                </a:solidFill>
                <a:latin typeface="Segoe UI"/>
              </a:rPr>
              <a:t>›</a:t>
            </a:r>
            <a:endParaRPr lang="pt-BR" sz="4800" b="1" i="0">
              <a:solidFill>
                <a:srgbClr val="5A646E"/>
              </a:solidFill>
              <a:latin typeface="Segoe UI"/>
              <a:cs typeface="Segoe UI"/>
            </a:endParaRP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108D84B0-83D1-D95E-8D44-F96E3AA76340}"/>
              </a:ext>
            </a:extLst>
          </p:cNvPr>
          <p:cNvSpPr txBox="1"/>
          <p:nvPr/>
        </p:nvSpPr>
        <p:spPr>
          <a:xfrm>
            <a:off x="605415" y="3934633"/>
            <a:ext cx="416616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4800" b="1" i="0" dirty="0">
                <a:solidFill>
                  <a:srgbClr val="5A646E"/>
                </a:solidFill>
                <a:latin typeface="Segoe UI"/>
              </a:rPr>
              <a:t>›</a:t>
            </a:r>
            <a:endParaRPr lang="pt-BR" sz="4800" b="1" i="0">
              <a:solidFill>
                <a:srgbClr val="5A646E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0A7D9"/>
                </a:solidFill>
                <a:latin typeface="Segoe UI"/>
              </a:rPr>
              <a:t>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pt-BR" sz="3000" b="1" i="0" dirty="0">
                <a:solidFill>
                  <a:srgbClr val="222D3C"/>
                </a:solidFill>
                <a:latin typeface="Segoe UI"/>
              </a:rPr>
              <a:t>Perfil etário dos trabalhadores</a:t>
            </a:r>
            <a:endParaRPr lang="pt-BR" sz="3000" b="1" i="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  <p:pic>
        <p:nvPicPr>
          <p:cNvPr id="5" name="Picture 4" descr="01_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89087"/>
            <a:ext cx="6675120" cy="35948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2178545"/>
            <a:ext cx="4114800" cy="19811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lang="pt-BR" sz="1700" dirty="0">
                <a:solidFill>
                  <a:srgbClr val="222D3C"/>
                </a:solidFill>
                <a:latin typeface="Segoe UI"/>
              </a:rPr>
              <a:t>•  Concentração entre 18 e 40 anos.</a:t>
            </a:r>
            <a:endParaRPr lang="pt-BR" sz="17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lang="pt-BR" sz="1700" dirty="0">
                <a:solidFill>
                  <a:srgbClr val="222D3C"/>
                </a:solidFill>
                <a:latin typeface="Segoe UI"/>
              </a:rPr>
              <a:t>•  Picos próximos a 20, 25 e 30 anos.</a:t>
            </a:r>
            <a:endParaRPr lang="pt-BR" sz="17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lang="pt-BR" sz="1700" dirty="0">
                <a:solidFill>
                  <a:srgbClr val="222D3C"/>
                </a:solidFill>
                <a:latin typeface="Segoe UI"/>
              </a:rPr>
              <a:t>•  A partir dos 40, a frequência cai progressivamente, formando uma cauda até acima de 70 anos.</a:t>
            </a:r>
            <a:endParaRPr lang="pt-BR" sz="170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0A7D9"/>
                </a:solidFill>
                <a:latin typeface="Segoe UI"/>
              </a:rPr>
              <a:t>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pt-BR" sz="3000" b="1" i="0" dirty="0">
                <a:solidFill>
                  <a:srgbClr val="222D3C"/>
                </a:solidFill>
                <a:latin typeface="Segoe UI"/>
              </a:rPr>
              <a:t>Distribuição por gênero</a:t>
            </a:r>
            <a:endParaRPr lang="pt-BR" sz="3000" b="1" i="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  <p:pic>
        <p:nvPicPr>
          <p:cNvPr id="5" name="Picture 4" descr="02_gen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799" y="1737360"/>
            <a:ext cx="4404254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23970" y="2449765"/>
            <a:ext cx="4688909" cy="16802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lang="pt-BR" sz="1700" dirty="0">
                <a:solidFill>
                  <a:srgbClr val="222D3C"/>
                </a:solidFill>
                <a:latin typeface="Segoe UI"/>
              </a:rPr>
              <a:t>•  Homens: aproximadamente 63,3% da base.</a:t>
            </a:r>
            <a:endParaRPr lang="pt-BR" sz="17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lang="pt-BR" sz="1700" dirty="0">
                <a:solidFill>
                  <a:srgbClr val="222D3C"/>
                </a:solidFill>
                <a:latin typeface="Segoe UI"/>
              </a:rPr>
              <a:t>•  Mulheres: aproximadamente 36,7% da base.</a:t>
            </a:r>
            <a:endParaRPr lang="pt-BR" sz="17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lang="pt-BR" sz="1700" dirty="0">
                <a:solidFill>
                  <a:srgbClr val="222D3C"/>
                </a:solidFill>
                <a:latin typeface="Segoe UI"/>
              </a:rPr>
              <a:t>•  Predominância masculina clara no mercado de trabalho formal analisado.</a:t>
            </a:r>
            <a:endParaRPr lang="pt-BR" sz="170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0A7D9"/>
                </a:solidFill>
                <a:latin typeface="Segoe UI"/>
              </a:rPr>
              <a:t>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pt-BR" sz="3000" b="1" i="0" dirty="0">
                <a:solidFill>
                  <a:srgbClr val="222D3C"/>
                </a:solidFill>
                <a:latin typeface="Segoe UI"/>
              </a:rPr>
              <a:t>Distribuição por raça/cor</a:t>
            </a:r>
            <a:endParaRPr lang="pt-BR" sz="3000" b="1" i="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  <p:pic>
        <p:nvPicPr>
          <p:cNvPr id="5" name="Picture 4" descr="03_raca_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2869"/>
            <a:ext cx="6675120" cy="39781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2191460"/>
            <a:ext cx="4114800" cy="16802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lang="pt-BR" sz="1700" dirty="0">
                <a:solidFill>
                  <a:srgbClr val="222D3C"/>
                </a:solidFill>
                <a:latin typeface="Segoe UI"/>
              </a:rPr>
              <a:t>•  Branca (53,5%) e Parda (33,1%) somam 86,6% da base.</a:t>
            </a:r>
            <a:endParaRPr lang="pt-BR" sz="17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lang="pt-BR" sz="1700" dirty="0">
                <a:solidFill>
                  <a:srgbClr val="222D3C"/>
                </a:solidFill>
                <a:latin typeface="Segoe UI"/>
              </a:rPr>
              <a:t>•  Preta: 5,6%  |  Não informado: 6,9%</a:t>
            </a:r>
            <a:endParaRPr lang="pt-BR" sz="17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lang="pt-BR" sz="1700" dirty="0">
                <a:solidFill>
                  <a:srgbClr val="222D3C"/>
                </a:solidFill>
                <a:latin typeface="Segoe UI"/>
              </a:rPr>
              <a:t>•  Amarela: 0,6%  |  Indígena: 0,3%</a:t>
            </a:r>
            <a:endParaRPr lang="pt-BR" sz="170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0A7D9"/>
                </a:solidFill>
                <a:latin typeface="Segoe UI"/>
              </a:rPr>
              <a:t>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pt-BR" sz="3000" b="1" i="0" dirty="0">
                <a:solidFill>
                  <a:srgbClr val="222D3C"/>
                </a:solidFill>
                <a:latin typeface="Segoe UI"/>
              </a:rPr>
              <a:t>Salário ao longo dos anos</a:t>
            </a:r>
            <a:endParaRPr lang="pt-BR" sz="3000" b="1" i="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  <p:pic>
        <p:nvPicPr>
          <p:cNvPr id="5" name="Picture 4" descr="04_salario_a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05454"/>
            <a:ext cx="6675120" cy="33038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2126884"/>
            <a:ext cx="4114800" cy="25828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lang="pt-BR" sz="1700" dirty="0">
                <a:solidFill>
                  <a:srgbClr val="222D3C"/>
                </a:solidFill>
                <a:latin typeface="Segoe UI"/>
              </a:rPr>
              <a:t>•  Salário médio subiu de ~R$680 (2007) para ~R$1.550 (2017) — alta de mais de 125%.</a:t>
            </a:r>
            <a:endParaRPr lang="pt-BR" sz="17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lang="pt-BR" sz="1700" dirty="0">
                <a:solidFill>
                  <a:srgbClr val="222D3C"/>
                </a:solidFill>
                <a:latin typeface="Segoe UI"/>
              </a:rPr>
              <a:t>•  Crescimento praticamente contínuo, com leve aceleração a partir de 2012.</a:t>
            </a:r>
            <a:endParaRPr lang="pt-BR" sz="17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lang="pt-BR" sz="1700" dirty="0">
                <a:solidFill>
                  <a:srgbClr val="222D3C"/>
                </a:solidFill>
                <a:latin typeface="Segoe UI"/>
              </a:rPr>
              <a:t>•  Atenção: valores nominais, sem ajuste pela inflação do período.</a:t>
            </a:r>
            <a:endParaRPr lang="pt-BR" sz="170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0A7D9"/>
                </a:solidFill>
                <a:latin typeface="Segoe UI"/>
              </a:rPr>
              <a:t>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pt-BR" sz="3000" b="1" i="0" dirty="0">
                <a:solidFill>
                  <a:srgbClr val="222D3C"/>
                </a:solidFill>
                <a:latin typeface="Segoe UI"/>
              </a:rPr>
              <a:t>Raça/cor por estado</a:t>
            </a:r>
            <a:endParaRPr lang="pt-BR" sz="3000" b="1" i="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  <p:pic>
        <p:nvPicPr>
          <p:cNvPr id="5" name="Picture 4" descr="05_raca_cor_est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878" y="284202"/>
            <a:ext cx="5395979" cy="65636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02079" y="1920240"/>
            <a:ext cx="4114800" cy="25828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lang="pt-BR" sz="1700" dirty="0">
                <a:solidFill>
                  <a:srgbClr val="222D3C"/>
                </a:solidFill>
                <a:latin typeface="Segoe UI"/>
              </a:rPr>
              <a:t>•  Padrão regional claro na composição racial dos trabalhadores.</a:t>
            </a:r>
            <a:endParaRPr lang="pt-BR" sz="17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lang="pt-BR" sz="1700" dirty="0">
                <a:solidFill>
                  <a:srgbClr val="222D3C"/>
                </a:solidFill>
                <a:latin typeface="Segoe UI"/>
              </a:rPr>
              <a:t>•  Sul (RS, SC, PR) e boa parte do Sudeste concentram os maiores percentuais de trabalhadores brancos.</a:t>
            </a:r>
            <a:endParaRPr lang="pt-BR" sz="17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lang="pt-BR" sz="1700" dirty="0">
                <a:solidFill>
                  <a:srgbClr val="222D3C"/>
                </a:solidFill>
                <a:latin typeface="Segoe UI"/>
              </a:rPr>
              <a:t>•  No Sul, essa categoria ultrapassa 75% nos três estados.</a:t>
            </a:r>
            <a:endParaRPr lang="pt-BR" sz="170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0A7D9"/>
                </a:solidFill>
                <a:latin typeface="Segoe UI"/>
              </a:rPr>
              <a:t>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pt-BR" sz="3000" b="1" i="0" dirty="0">
                <a:solidFill>
                  <a:srgbClr val="222D3C"/>
                </a:solidFill>
                <a:latin typeface="Segoe UI"/>
              </a:rPr>
              <a:t>Escolaridade x salário</a:t>
            </a:r>
            <a:endParaRPr lang="pt-BR" sz="3000" b="1" i="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  <p:pic>
        <p:nvPicPr>
          <p:cNvPr id="5" name="Picture 4" descr="06_escolaridade_sal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63367"/>
            <a:ext cx="6675120" cy="39821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2113968"/>
            <a:ext cx="4114800" cy="177593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lang="pt-BR" sz="1700" dirty="0">
                <a:solidFill>
                  <a:srgbClr val="222D3C"/>
                </a:solidFill>
                <a:latin typeface="Segoe UI"/>
              </a:rPr>
              <a:t>•  Relação clara: quanto maior a escolaridade, maior o salário médio.</a:t>
            </a:r>
            <a:endParaRPr lang="pt-BR" sz="17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lang="pt-BR" sz="1700" dirty="0">
                <a:solidFill>
                  <a:srgbClr val="222D3C"/>
                </a:solidFill>
                <a:latin typeface="Segoe UI"/>
              </a:rPr>
              <a:t>•  Do nível Analfabeto até o Ensino Médio, o crescimento é gradual (de ~R$680 a ~R$1.010).</a:t>
            </a:r>
            <a:endParaRPr lang="pt-BR" sz="170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0A7D9"/>
                </a:solidFill>
                <a:latin typeface="Segoe UI"/>
              </a:rPr>
              <a:t>POR TRÁS DA PREVISÃO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pt-BR" sz="3000" b="1" i="0" dirty="0">
                <a:solidFill>
                  <a:srgbClr val="222D3C"/>
                </a:solidFill>
                <a:latin typeface="Segoe UI"/>
              </a:rPr>
              <a:t>Como o modelo decide</a:t>
            </a:r>
            <a:endParaRPr lang="pt-BR" sz="3000" b="1" i="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789920" cy="25185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0"/>
              </a:spcAft>
            </a:pPr>
            <a:r>
              <a:rPr lang="pt-BR" sz="2200" dirty="0">
                <a:solidFill>
                  <a:srgbClr val="222D3C"/>
                </a:solidFill>
                <a:latin typeface="Segoe UI"/>
              </a:rPr>
              <a:t>•  O modelo aprende observando milhares de registros históricos reais.</a:t>
            </a:r>
            <a:endParaRPr lang="pt-BR" sz="22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2000"/>
              </a:spcAft>
            </a:pPr>
            <a:r>
              <a:rPr lang="pt-BR" sz="2200" dirty="0">
                <a:solidFill>
                  <a:srgbClr val="222D3C"/>
                </a:solidFill>
                <a:latin typeface="Segoe UI"/>
              </a:rPr>
              <a:t>•  Ele leva em conta diversas características de cada registro — por exemplo, o tipo de movimentação, a escolaridade e o salário.</a:t>
            </a:r>
            <a:endParaRPr lang="pt-BR" sz="22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2000"/>
              </a:spcAft>
            </a:pPr>
            <a:r>
              <a:rPr lang="pt-BR" sz="2200" dirty="0">
                <a:solidFill>
                  <a:srgbClr val="222D3C"/>
                </a:solidFill>
                <a:latin typeface="Segoe UI"/>
              </a:rPr>
              <a:t>•  A partir disso, encontra padrões e combinações que um ser humano dificilmente perceberia analisando os dados manualmente.</a:t>
            </a:r>
            <a:endParaRPr lang="pt-BR" sz="220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0A7D9"/>
                </a:solidFill>
                <a:latin typeface="Segoe UI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pt-BR" sz="3000" b="1" i="0" dirty="0">
                <a:solidFill>
                  <a:srgbClr val="222D3C"/>
                </a:solidFill>
                <a:latin typeface="Segoe UI"/>
              </a:rPr>
              <a:t>Testamos vários modelos</a:t>
            </a:r>
            <a:endParaRPr lang="pt-BR" sz="3000" b="1" i="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78992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b="0" i="1" dirty="0">
                <a:solidFill>
                  <a:srgbClr val="5A646E"/>
                </a:solidFill>
                <a:latin typeface="Segoe UI"/>
              </a:rPr>
              <a:t>Acurácia = percentual de previsões que o modelo acertou</a:t>
            </a:r>
            <a:endParaRPr lang="pt-BR" b="0" i="1" dirty="0">
              <a:solidFill>
                <a:srgbClr val="5A646E"/>
              </a:solidFill>
              <a:latin typeface="Segoe UI"/>
              <a:cs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60220" y="2718572"/>
            <a:ext cx="1188720" cy="2715219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7340" y="22613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2D3C"/>
                </a:solidFill>
                <a:latin typeface="Segoe UI"/>
              </a:rPr>
              <a:t>98.98%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" y="552523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2D3C"/>
                </a:solidFill>
                <a:latin typeface="Segoe UI"/>
              </a:rPr>
              <a:t>Rede Neural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4820" y="2690591"/>
            <a:ext cx="1188720" cy="274320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91940" y="223339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2D3C"/>
                </a:solidFill>
                <a:latin typeface="Segoe UI"/>
              </a:rPr>
              <a:t>100.00%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500" y="552523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2D3C"/>
                </a:solidFill>
                <a:latin typeface="Segoe UI"/>
              </a:rPr>
              <a:t>Random Forest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89420" y="2690591"/>
            <a:ext cx="1188720" cy="274320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6540" y="223339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2D3C"/>
                </a:solidFill>
                <a:latin typeface="Segoe UI"/>
              </a:rPr>
              <a:t>100.00%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552523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2D3C"/>
                </a:solidFill>
                <a:latin typeface="Segoe UI"/>
              </a:rPr>
              <a:t>Naive Bayes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04020" y="2690591"/>
            <a:ext cx="1188720" cy="2743200"/>
          </a:xfrm>
          <a:prstGeom prst="rect">
            <a:avLst/>
          </a:prstGeom>
          <a:solidFill>
            <a:srgbClr val="E8A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21140" y="223339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2D3C"/>
                </a:solidFill>
                <a:latin typeface="Segoe UI"/>
              </a:rPr>
              <a:t>100.00%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9700" y="552523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2D3C"/>
                </a:solidFill>
                <a:latin typeface="Segoe UI"/>
              </a:rPr>
              <a:t>XGBoost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8260" y="5936711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A0C4"/>
                </a:solidFill>
                <a:latin typeface="Segoe UI"/>
              </a:rPr>
              <a:t>MODELO ESCOLHIDO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0A7D9"/>
                </a:solidFill>
                <a:latin typeface="Segoe UI"/>
              </a:rPr>
              <a:t>PROVA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000" b="1" i="0" dirty="0">
                <a:solidFill>
                  <a:srgbClr val="222D3C"/>
                </a:solidFill>
                <a:latin typeface="Segoe UI"/>
              </a:rPr>
              <a:t>Validação com dados reais</a:t>
            </a:r>
            <a:r>
              <a:rPr lang="pt-BR" sz="3000" b="1" dirty="0">
                <a:solidFill>
                  <a:srgbClr val="222D3C"/>
                </a:solidFill>
                <a:latin typeface="Segoe UI"/>
              </a:rPr>
              <a:t> </a:t>
            </a:r>
            <a:r>
              <a:rPr lang="pt-BR" sz="3000" b="1" i="0" dirty="0">
                <a:solidFill>
                  <a:srgbClr val="222D3C"/>
                </a:solidFill>
                <a:latin typeface="Segoe UI"/>
              </a:rPr>
              <a:t>e um executável de verdade</a:t>
            </a:r>
            <a:endParaRPr lang="pt-BR" sz="3000" b="1" i="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789920" cy="378218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lang="pt-BR" sz="1900" dirty="0">
                <a:solidFill>
                  <a:srgbClr val="222D3C"/>
                </a:solidFill>
                <a:latin typeface="Segoe UI"/>
              </a:rPr>
              <a:t>•  O modelo foi aplicado aos dados de 2018 e 2019 (19.649 registros que ficaram de fora do treinamento).</a:t>
            </a:r>
            <a:endParaRPr lang="pt-BR" sz="19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lang="pt-BR" sz="1900" dirty="0">
                <a:solidFill>
                  <a:srgbClr val="222D3C"/>
                </a:solidFill>
                <a:latin typeface="Segoe UI"/>
              </a:rPr>
              <a:t>•  Resultado: 100% de acerto. Confirma que o modelo generaliza bem, e não apenas "decorou" os dados de treino.</a:t>
            </a:r>
            <a:endParaRPr lang="pt-BR" sz="19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lang="pt-BR" sz="1900" dirty="0">
                <a:solidFill>
                  <a:srgbClr val="222D3C"/>
                </a:solidFill>
                <a:latin typeface="Segoe UI"/>
              </a:rPr>
              <a:t>•  Mais do que isso: foi criado um executável próprio. Basta arrastar um arquivo CSV para a janela do programa — sem instalar nada, sem programar — e ele devolve a previsão, a acurácia e um relatório completo na hora.</a:t>
            </a:r>
            <a:endParaRPr lang="pt-BR" sz="1900" dirty="0">
              <a:solidFill>
                <a:srgbClr val="222D3C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lang="pt-BR" sz="1900" dirty="0">
                <a:solidFill>
                  <a:srgbClr val="222D3C"/>
                </a:solidFill>
                <a:latin typeface="Segoe UI"/>
              </a:rPr>
              <a:t>•  Poucos projetos de ciência de dados vão além do notebook. Este projeto entrega uma ferramenta pronta para o usuário final usar.</a:t>
            </a:r>
            <a:endParaRPr lang="pt-BR" sz="1900" dirty="0">
              <a:solidFill>
                <a:srgbClr val="222D3C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0A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pt-BR" sz="3400" b="1" i="0" dirty="0">
                <a:solidFill>
                  <a:srgbClr val="FFFFFF"/>
                </a:solidFill>
                <a:latin typeface="Segoe UI"/>
              </a:rPr>
              <a:t>Conclusão</a:t>
            </a:r>
            <a:endParaRPr lang="pt-BR" sz="3400" b="1" i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789920" cy="26211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400"/>
              </a:spcAft>
            </a:pPr>
            <a:r>
              <a:rPr lang="pt-BR" sz="2200" dirty="0">
                <a:solidFill>
                  <a:srgbClr val="FFFFFF"/>
                </a:solidFill>
                <a:latin typeface="Segoe UI"/>
              </a:rPr>
              <a:t>•  Modelo confiável, validado em dados reais e nunca vistos, com 100% de acerto.</a:t>
            </a:r>
            <a:endParaRPr lang="pt-BR" sz="2200" dirty="0">
              <a:solidFill>
                <a:srgbClr val="FFFFFF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2400"/>
              </a:spcAft>
            </a:pPr>
            <a:r>
              <a:rPr lang="pt-BR" sz="2200" dirty="0">
                <a:solidFill>
                  <a:srgbClr val="FFFFFF"/>
                </a:solidFill>
                <a:latin typeface="Segoe UI"/>
              </a:rPr>
              <a:t>•  Ferramenta prática entregue: um executável simples que qualquer pessoa pode usar, sem programar e sem entender de Machine Learning.</a:t>
            </a:r>
            <a:endParaRPr lang="pt-BR" sz="2200" dirty="0">
              <a:solidFill>
                <a:srgbClr val="FFFFFF"/>
              </a:solidFill>
              <a:latin typeface="Segoe UI"/>
              <a:cs typeface="Segoe UI"/>
            </a:endParaRPr>
          </a:p>
          <a:p>
            <a:pPr algn="l">
              <a:lnSpc>
                <a:spcPct val="115000"/>
              </a:lnSpc>
              <a:spcAft>
                <a:spcPts val="2400"/>
              </a:spcAft>
            </a:pPr>
            <a:r>
              <a:rPr lang="pt-BR" sz="2200" dirty="0">
                <a:solidFill>
                  <a:srgbClr val="FFFFFF"/>
                </a:solidFill>
                <a:latin typeface="Segoe UI"/>
              </a:rPr>
              <a:t>•  Da pergunta de negócio até uma solução usável — não apenas um modelo dentro de um notebook.</a:t>
            </a:r>
            <a:endParaRPr lang="pt-BR" sz="220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168</cp:revision>
  <dcterms:created xsi:type="dcterms:W3CDTF">2013-01-27T09:14:16Z</dcterms:created>
  <dcterms:modified xsi:type="dcterms:W3CDTF">2026-09-07T19:46:15Z</dcterms:modified>
  <cp:category/>
</cp:coreProperties>
</file>